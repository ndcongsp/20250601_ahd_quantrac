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36" autoAdjust="0"/>
    <p:restoredTop sz="94660"/>
  </p:normalViewPr>
  <p:slideViewPr>
    <p:cSldViewPr snapToGrid="0">
      <p:cViewPr varScale="1">
        <p:scale>
          <a:sx n="99" d="100"/>
          <a:sy n="99" d="100"/>
        </p:scale>
        <p:origin x="13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BAC8A-0B19-4F9C-8866-AFE759AB6DC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8E8F-B4F0-4375-883B-563A6F38A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318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BAC8A-0B19-4F9C-8866-AFE759AB6DC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8E8F-B4F0-4375-883B-563A6F38A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332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BAC8A-0B19-4F9C-8866-AFE759AB6DC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8E8F-B4F0-4375-883B-563A6F38A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530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BAC8A-0B19-4F9C-8866-AFE759AB6DC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8E8F-B4F0-4375-883B-563A6F38A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86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BAC8A-0B19-4F9C-8866-AFE759AB6DC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8E8F-B4F0-4375-883B-563A6F38A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731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BAC8A-0B19-4F9C-8866-AFE759AB6DC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8E8F-B4F0-4375-883B-563A6F38A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59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BAC8A-0B19-4F9C-8866-AFE759AB6DC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8E8F-B4F0-4375-883B-563A6F38A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529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BAC8A-0B19-4F9C-8866-AFE759AB6DC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8E8F-B4F0-4375-883B-563A6F38A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308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BAC8A-0B19-4F9C-8866-AFE759AB6DC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8E8F-B4F0-4375-883B-563A6F38A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984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BAC8A-0B19-4F9C-8866-AFE759AB6DC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8E8F-B4F0-4375-883B-563A6F38A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916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BAC8A-0B19-4F9C-8866-AFE759AB6DC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8E8F-B4F0-4375-883B-563A6F38A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01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BBAC8A-0B19-4F9C-8866-AFE759AB6DC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198E8F-B4F0-4375-883B-563A6F38A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006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6796" y="0"/>
            <a:ext cx="9114503" cy="6858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6311" b="6790"/>
          <a:stretch/>
        </p:blipFill>
        <p:spPr>
          <a:xfrm>
            <a:off x="476573" y="3690077"/>
            <a:ext cx="8032159" cy="3057231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467570" y="2281909"/>
            <a:ext cx="3921550" cy="1369632"/>
            <a:chOff x="217313" y="2180082"/>
            <a:chExt cx="2739948" cy="1369632"/>
          </a:xfrm>
        </p:grpSpPr>
        <p:sp>
          <p:nvSpPr>
            <p:cNvPr id="31" name="Rectangle 30"/>
            <p:cNvSpPr/>
            <p:nvPr/>
          </p:nvSpPr>
          <p:spPr>
            <a:xfrm>
              <a:off x="217313" y="2180082"/>
              <a:ext cx="2739948" cy="13696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r>
                <a:rPr lang="en-US" sz="1600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 MỞ CỬA a(cm)</a:t>
              </a:r>
            </a:p>
            <a:p>
              <a:endPara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600" b="1" smtClean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30</a:t>
              </a:r>
            </a:p>
            <a:p>
              <a:endParaRPr lang="en-US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30669" y="2597875"/>
              <a:ext cx="1386198" cy="876504"/>
            </a:xfrm>
            <a:prstGeom prst="rect">
              <a:avLst/>
            </a:prstGeom>
          </p:spPr>
        </p:pic>
      </p:grp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l="1664" t="1673" r="7892" b="88289"/>
          <a:stretch/>
        </p:blipFill>
        <p:spPr>
          <a:xfrm>
            <a:off x="29496" y="0"/>
            <a:ext cx="9114503" cy="482009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67569" y="510884"/>
            <a:ext cx="8041164" cy="3844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 TIN HỖ TRỢ VẬN HÀNH CỐNG SỐ 3 </a:t>
            </a:r>
            <a:r>
              <a:rPr lang="en-US" sz="1600" b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KÊNH TÂN HƯNG)</a:t>
            </a:r>
            <a:endParaRPr lang="en-US" sz="1600" b="1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4869" y="3651541"/>
            <a:ext cx="784105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Quy mô thiết kế Cống số 3: 1 khoang cửa (3x3)m, Qtk=12,8m³/s, Zđ=+</a:t>
            </a: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15,75m (QĐ </a:t>
            </a:r>
            <a:r>
              <a:rPr lang="en-US" sz="1200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3474/QĐ-BNN-TCTL </a:t>
            </a: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ngày </a:t>
            </a:r>
            <a:r>
              <a:rPr lang="en-US" sz="1200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01/9/2020);</a:t>
            </a:r>
            <a:endParaRPr lang="en-US" sz="1200"/>
          </a:p>
        </p:txBody>
      </p:sp>
      <p:grpSp>
        <p:nvGrpSpPr>
          <p:cNvPr id="13" name="Group 12"/>
          <p:cNvGrpSpPr/>
          <p:nvPr/>
        </p:nvGrpSpPr>
        <p:grpSpPr>
          <a:xfrm>
            <a:off x="4726003" y="2269179"/>
            <a:ext cx="3782729" cy="1382362"/>
            <a:chOff x="2766754" y="2199349"/>
            <a:chExt cx="3129399" cy="1382362"/>
          </a:xfrm>
        </p:grpSpPr>
        <p:sp>
          <p:nvSpPr>
            <p:cNvPr id="36" name="Rectangle 35"/>
            <p:cNvSpPr/>
            <p:nvPr/>
          </p:nvSpPr>
          <p:spPr>
            <a:xfrm>
              <a:off x="2766754" y="2199349"/>
              <a:ext cx="3129399" cy="138236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r>
                <a:rPr lang="en-US" sz="1600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MN Hạ lưu CS3 (m)</a:t>
              </a:r>
            </a:p>
            <a:p>
              <a:endPara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600" b="1" smtClean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0.00</a:t>
              </a:r>
            </a:p>
            <a:p>
              <a:endParaRPr lang="en-US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5"/>
            <a:srcRect b="9352"/>
            <a:stretch/>
          </p:blipFill>
          <p:spPr>
            <a:xfrm>
              <a:off x="4080624" y="2798499"/>
              <a:ext cx="1616458" cy="616018"/>
            </a:xfrm>
            <a:prstGeom prst="rect">
              <a:avLst/>
            </a:prstGeom>
          </p:spPr>
        </p:pic>
      </p:grpSp>
      <p:grpSp>
        <p:nvGrpSpPr>
          <p:cNvPr id="8" name="Group 7"/>
          <p:cNvGrpSpPr/>
          <p:nvPr/>
        </p:nvGrpSpPr>
        <p:grpSpPr>
          <a:xfrm>
            <a:off x="467570" y="902824"/>
            <a:ext cx="3921550" cy="1305398"/>
            <a:chOff x="217313" y="858747"/>
            <a:chExt cx="2739948" cy="1305398"/>
          </a:xfrm>
        </p:grpSpPr>
        <p:sp>
          <p:nvSpPr>
            <p:cNvPr id="37" name="Rectangle 36"/>
            <p:cNvSpPr/>
            <p:nvPr/>
          </p:nvSpPr>
          <p:spPr>
            <a:xfrm>
              <a:off x="217313" y="858747"/>
              <a:ext cx="2739948" cy="1305398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r>
                <a:rPr lang="en-US" sz="1600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LƯU LƯỢNG </a:t>
              </a:r>
              <a:r>
                <a:rPr lang="en-US" sz="1600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Qcs3 </a:t>
              </a:r>
              <a:r>
                <a:rPr lang="en-US" sz="1600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(m³/s)</a:t>
              </a:r>
            </a:p>
            <a:p>
              <a:endPara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600" b="1" smtClean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0.0</a:t>
              </a:r>
            </a:p>
            <a:p>
              <a:endParaRPr lang="en-US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6"/>
            <a:srcRect b="11256"/>
            <a:stretch/>
          </p:blipFill>
          <p:spPr>
            <a:xfrm>
              <a:off x="1356693" y="1333280"/>
              <a:ext cx="1460173" cy="689149"/>
            </a:xfrm>
            <a:prstGeom prst="rect">
              <a:avLst/>
            </a:prstGeom>
          </p:spPr>
        </p:pic>
      </p:grpSp>
      <p:sp>
        <p:nvSpPr>
          <p:cNvPr id="40" name="Rectangle 39"/>
          <p:cNvSpPr/>
          <p:nvPr/>
        </p:nvSpPr>
        <p:spPr>
          <a:xfrm>
            <a:off x="4726004" y="923840"/>
            <a:ext cx="3782729" cy="1245846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 Thượng lưu CS3 (m)</a:t>
            </a:r>
          </a:p>
          <a:p>
            <a:endParaRPr lang="en-US" sz="16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0.00</a:t>
            </a:r>
          </a:p>
          <a:p>
            <a:endParaRPr lang="en-US" sz="16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7"/>
          <a:srcRect b="13653"/>
          <a:stretch/>
        </p:blipFill>
        <p:spPr>
          <a:xfrm>
            <a:off x="6314172" y="1377358"/>
            <a:ext cx="1953929" cy="68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46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1880</TotalTime>
  <Words>76</Words>
  <Application>Microsoft Office PowerPoint</Application>
  <PresentationFormat>On-screen Show (4:3)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Administrator</cp:lastModifiedBy>
  <cp:revision>76</cp:revision>
  <dcterms:created xsi:type="dcterms:W3CDTF">2025-08-11T08:40:18Z</dcterms:created>
  <dcterms:modified xsi:type="dcterms:W3CDTF">2025-10-28T10:42:15Z</dcterms:modified>
</cp:coreProperties>
</file>