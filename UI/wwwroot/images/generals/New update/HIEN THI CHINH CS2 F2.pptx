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3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3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1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3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3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3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2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0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8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1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0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6796" y="0"/>
            <a:ext cx="9114503" cy="6858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/>
          <a:srcRect t="1320" b="4134"/>
          <a:stretch/>
        </p:blipFill>
        <p:spPr>
          <a:xfrm>
            <a:off x="476167" y="3667475"/>
            <a:ext cx="8032565" cy="310266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67570" y="2281909"/>
            <a:ext cx="3921550" cy="1369632"/>
            <a:chOff x="217313" y="2180082"/>
            <a:chExt cx="2739948" cy="1369632"/>
          </a:xfrm>
        </p:grpSpPr>
        <p:sp>
          <p:nvSpPr>
            <p:cNvPr id="31" name="Rectangle 30"/>
            <p:cNvSpPr/>
            <p:nvPr/>
          </p:nvSpPr>
          <p:spPr>
            <a:xfrm>
              <a:off x="217313" y="2180082"/>
              <a:ext cx="2739948" cy="13696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 MỞ CỬA a</a:t>
              </a:r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(cm)</a:t>
              </a:r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30</a:t>
              </a:r>
              <a:endParaRPr lang="en-US" sz="16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0669" y="2597875"/>
              <a:ext cx="1386198" cy="87650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664" t="1673" r="7892" b="88289"/>
          <a:stretch/>
        </p:blipFill>
        <p:spPr>
          <a:xfrm>
            <a:off x="29496" y="0"/>
            <a:ext cx="9114503" cy="48200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7569" y="510884"/>
            <a:ext cx="8041164" cy="384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HỖ TRỢ VẬN HÀNH CỐNG SỐ </a:t>
            </a:r>
            <a:r>
              <a:rPr lang="en-US" sz="16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6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 CHÍNH TÂY)</a:t>
            </a:r>
            <a:endParaRPr lang="en-US" sz="1600" b="1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726003" y="2269179"/>
            <a:ext cx="3782729" cy="1382362"/>
            <a:chOff x="2766754" y="2199349"/>
            <a:chExt cx="3129399" cy="1382362"/>
          </a:xfrm>
        </p:grpSpPr>
        <p:sp>
          <p:nvSpPr>
            <p:cNvPr id="36" name="Rectangle 35"/>
            <p:cNvSpPr/>
            <p:nvPr/>
          </p:nvSpPr>
          <p:spPr>
            <a:xfrm>
              <a:off x="2766754" y="2199349"/>
              <a:ext cx="3129399" cy="13823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MN Hạ lưu CS2 </a:t>
              </a:r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(m)</a:t>
              </a: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0.00</a:t>
              </a:r>
              <a:endParaRPr lang="en-US" sz="16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5"/>
            <a:srcRect b="9352"/>
            <a:stretch/>
          </p:blipFill>
          <p:spPr>
            <a:xfrm>
              <a:off x="4080624" y="2798499"/>
              <a:ext cx="1616458" cy="616018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467570" y="902824"/>
            <a:ext cx="3921550" cy="1305398"/>
            <a:chOff x="217313" y="858747"/>
            <a:chExt cx="2739948" cy="1305398"/>
          </a:xfrm>
        </p:grpSpPr>
        <p:sp>
          <p:nvSpPr>
            <p:cNvPr id="37" name="Rectangle 36"/>
            <p:cNvSpPr/>
            <p:nvPr/>
          </p:nvSpPr>
          <p:spPr>
            <a:xfrm>
              <a:off x="217313" y="858747"/>
              <a:ext cx="2739948" cy="130539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LƯU LƯỢNG </a:t>
              </a:r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Qcs2 </a:t>
              </a:r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(m³/s)</a:t>
              </a: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0.0</a:t>
              </a:r>
              <a:endParaRPr lang="en-US" sz="16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6"/>
            <a:srcRect b="11256"/>
            <a:stretch/>
          </p:blipFill>
          <p:spPr>
            <a:xfrm>
              <a:off x="1356693" y="1333280"/>
              <a:ext cx="1460173" cy="689149"/>
            </a:xfrm>
            <a:prstGeom prst="rect">
              <a:avLst/>
            </a:prstGeom>
          </p:spPr>
        </p:pic>
      </p:grpSp>
      <p:sp>
        <p:nvSpPr>
          <p:cNvPr id="40" name="Rectangle 39"/>
          <p:cNvSpPr/>
          <p:nvPr/>
        </p:nvSpPr>
        <p:spPr>
          <a:xfrm>
            <a:off x="4726004" y="923840"/>
            <a:ext cx="3782729" cy="124584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 Thượng lưu CS2 </a:t>
            </a:r>
            <a:r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</a:p>
          <a:p>
            <a:endParaRPr lang="en-US" sz="16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0.00</a:t>
            </a:r>
            <a:endParaRPr lang="en-US" sz="1600" b="1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/>
          <a:srcRect b="13653"/>
          <a:stretch/>
        </p:blipFill>
        <p:spPr>
          <a:xfrm>
            <a:off x="6314172" y="1377358"/>
            <a:ext cx="1953929" cy="68914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28041" y="3667476"/>
            <a:ext cx="78410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 mô thiết kế Cống số 2: 3 khoang cửa (3x4)m, Qtk=57,6m³/s, Zđ=+</a:t>
            </a:r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13,00m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QĐ 2316/QĐ-BNN-TCTL ngày 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22/6/2020</a:t>
            </a:r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354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1864</TotalTime>
  <Words>76</Words>
  <Application>Microsoft Office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75</cp:revision>
  <dcterms:created xsi:type="dcterms:W3CDTF">2025-08-11T08:40:18Z</dcterms:created>
  <dcterms:modified xsi:type="dcterms:W3CDTF">2025-10-28T08:03:30Z</dcterms:modified>
</cp:coreProperties>
</file>